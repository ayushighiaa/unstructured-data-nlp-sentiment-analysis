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Melatonin Product Reviews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dose-centered analysis of customer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18288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Reviews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200400"/>
            <a:ext cx="18288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200400"/>
            <a:ext cx="18288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916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Groups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3200400"/>
            <a:ext cx="18288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1mg–20mg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084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DAMG6105 — Data Science Engineering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customer sentiment and review language vary across different melatonin doses — grouped by dose, not by brand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30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what percentage of products are at each dose level and which dominate the market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031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103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130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by Dose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ratings, review polarity, and positive vs negative sentiment per dose group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130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6974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real behavioral patterns — timing, side effects, recommendations, and long-term 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029200" cy="393192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371600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Raw Rows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Natrol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4,492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3mg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OLLY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1,307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5mg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OLLY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4,478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5mg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Natrol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7,524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10mg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Natrol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7,624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12mg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Carlyle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9,554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12mg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Nature's Truth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936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20mg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Nature's Perfect Night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5,336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4630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463040"/>
            <a:ext cx="3657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07608" y="1499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all 8 files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07608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41,251 rows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33172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331720"/>
            <a:ext cx="3657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07608" y="2368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null review 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07608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−393 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32004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200400"/>
            <a:ext cx="3657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07608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07608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−35,874 rows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40690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4069080"/>
            <a:ext cx="3657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07608" y="4105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07608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4,984 rows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33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pandas · regex · 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90472"/>
            <a:ext cx="3931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8 Excel files into one dataframe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dose from filename (dose_mg column)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nulls, duplicates, date parsing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B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206240" cy="438912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33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pandas · matplotlib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490472"/>
            <a:ext cx="3931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reviews by dose_mg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% market share per dose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2020–2024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4206240" cy="438912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ReviewScore · pandas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47872"/>
            <a:ext cx="3931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scores: Positive (4-5★), Neutral (3★), Negative (1-2★)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rating, std deviation, polarization per dose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heatmap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A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4206240" cy="438912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90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 · Counter · regex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547872"/>
            <a:ext cx="3931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theme extraction (10 themes)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frequency analysis per dose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for timing, reactions,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Dose Distribution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86968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0058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0515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78040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5mg dominates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B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057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7804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dose leads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0175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7804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20mg is rarest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0233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4069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178040" y="4206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3mg grew 2020–2024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Sentiment Analysis by Dose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86968"/>
            <a:ext cx="8961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NLP &amp; Behavioral Patterns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86968"/>
            <a:ext cx="5303520" cy="2286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46120"/>
            <a:ext cx="5303520" cy="1783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96012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77840" y="960120"/>
            <a:ext cx="1600200" cy="32004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996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Theme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57784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57784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40–53% across all doses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315200" y="96012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B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960120"/>
            <a:ext cx="1600200" cy="320040"/>
          </a:xfrm>
          <a:prstGeom prst="rect">
            <a:avLst/>
          </a:prstGeom>
          <a:solidFill>
            <a:srgbClr val="2D6B8A"/>
          </a:solidFill>
          <a:ln w="12700">
            <a:solidFill>
              <a:srgbClr val="2D6B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0" y="996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Bigram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"fall asleep"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phrase at every dose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577840" y="23774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2377440"/>
            <a:ext cx="1600200" cy="32004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2414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Taken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57784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784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timing across doses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315200" y="23774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0" y="2377440"/>
            <a:ext cx="16002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0" y="2414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Onset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31520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31520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cited timeframe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577840" y="379476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522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577840" y="3794760"/>
            <a:ext cx="1600200" cy="320040"/>
          </a:xfrm>
          <a:prstGeom prst="rect">
            <a:avLst/>
          </a:prstGeom>
          <a:solidFill>
            <a:srgbClr val="A3522F"/>
          </a:solidFill>
          <a:ln w="12700">
            <a:solidFill>
              <a:srgbClr val="A3522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77840" y="3831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Use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57784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5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years"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577840" y="4544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mentions — habitual users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315200" y="379476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3D6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315200" y="3794760"/>
            <a:ext cx="1600200" cy="320040"/>
          </a:xfrm>
          <a:prstGeom prst="rect">
            <a:avLst/>
          </a:prstGeom>
          <a:solidFill>
            <a:srgbClr val="8C3D6B"/>
          </a:solidFill>
          <a:ln w="12700">
            <a:solidFill>
              <a:srgbClr val="8C3D6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315200" y="3831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Peak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31520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20mg (13.7%)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315200" y="4544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'doesn't work' rate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3D6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94360" cy="1600200"/>
          </a:xfrm>
          <a:prstGeom prst="rect">
            <a:avLst/>
          </a:prstGeom>
          <a:solidFill>
            <a:srgbClr val="3D6B8A"/>
          </a:solidFill>
          <a:ln w="12700">
            <a:solidFill>
              <a:srgbClr val="3D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Dose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463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satisfied users · Doctor-recommended timing · Highest avg rating (3.30)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A3522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594360" cy="1600200"/>
          </a:xfrm>
          <a:prstGeom prst="rect">
            <a:avLst/>
          </a:prstGeom>
          <a:solidFill>
            <a:srgbClr val="A3522F"/>
          </a:solidFill>
          <a:ln w="12700">
            <a:solidFill>
              <a:srgbClr val="A35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67912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67912" y="1463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recommendation rate (7.6%) · Most helpful reviews · Best community trust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2D7D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594360" cy="16002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93992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Mass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93992" y="1463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reviewed (25.2%) · First-time users · Mixed results, high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8C3D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43200"/>
            <a:ext cx="594360" cy="1600200"/>
          </a:xfrm>
          <a:prstGeom prst="rect">
            <a:avLst/>
          </a:prstGeom>
          <a:solidFill>
            <a:srgbClr val="8C3D6B"/>
          </a:solidFill>
          <a:ln w="12700">
            <a:solidFill>
              <a:srgbClr val="8C3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Disappointed Dose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rating (2.91) · 43% negative sentiment · Most frustration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5A7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743200"/>
            <a:ext cx="594360" cy="160020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67912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User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67912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verified purchases · Loyal users · Nightmares noted at higher rate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788920" cy="1600200"/>
          </a:xfrm>
          <a:prstGeom prst="rect">
            <a:avLst/>
          </a:prstGeom>
          <a:solidFill>
            <a:srgbClr val="1F3A5F"/>
          </a:solidFill>
          <a:ln w="12700">
            <a:solidFill>
              <a:srgbClr val="6B4E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43200"/>
            <a:ext cx="594360" cy="1600200"/>
          </a:xfrm>
          <a:prstGeom prst="rect">
            <a:avLst/>
          </a:prstGeom>
          <a:solidFill>
            <a:srgbClr val="6B4E8C"/>
          </a:solidFill>
          <a:ln w="12700">
            <a:solidFill>
              <a:srgbClr val="6B4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93992" y="2834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Polarizing Dose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93992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5-star (37.6%) AND 1-star (30.5%) · Works or doesn't — no middle ground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4,984 unique reviews · 8 source files · 6 dose groups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Data Wrangling · Sentiment Analysis · NLP · Regex Extraction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5mg dominates market  ·  1mg most satisfied  ·  20mg most polarized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DAMG6105 — Data Science Engineering with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Amazon Melatonin Reviews</dc:title>
  <dc:subject>PptxGenJS Presentation</dc:subject>
  <dc:creator>PptxGenJS</dc:creator>
  <cp:lastModifiedBy>PptxGenJS</cp:lastModifiedBy>
  <cp:revision>1</cp:revision>
  <dcterms:created xsi:type="dcterms:W3CDTF">2026-04-14T00:17:56Z</dcterms:created>
  <dcterms:modified xsi:type="dcterms:W3CDTF">2026-04-14T00:17:56Z</dcterms:modified>
</cp:coreProperties>
</file>